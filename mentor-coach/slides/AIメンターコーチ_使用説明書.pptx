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108960"/>
            <a:ext cx="3291840" cy="3291840"/>
          </a:xfrm>
          <a:prstGeom prst="ellipse">
            <a:avLst/>
          </a:prstGeom>
          <a:solidFill>
            <a:srgbClr val="2A9D8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35240" y="3794760"/>
            <a:ext cx="1920240" cy="1920240"/>
          </a:xfrm>
          <a:prstGeom prst="ellipse">
            <a:avLst/>
          </a:prstGeom>
          <a:solidFill>
            <a:srgbClr val="2A9D8F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83880" y="4343400"/>
            <a:ext cx="822960" cy="822960"/>
          </a:xfrm>
          <a:prstGeom prst="ellipse">
            <a:avLst/>
          </a:prstGeom>
          <a:solidFill>
            <a:srgbClr val="E9C46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AIメンターコーチ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58368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E9C4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 用 説 明 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58368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2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コーチングセッション後分析  ×  ICF PCCマーカー準拠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1 プロトタイプ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このツールは何か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135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コーチングセッションの録音やトランスクリプトを分析し、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135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ICF PCCマーカーに準拠したメンターコーチング・レポートを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E72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自動生成します。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135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人間のメンターコーチの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135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準備・補完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135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を目的とし、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135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資格審査用の自己チェックにも使えます。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09160" y="14173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965192" y="15453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セッション後分析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65192" y="1920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リアルタイム割り込みはコーチのプレゼンスを損なうため行いません。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265176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27797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感情は断定しない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65192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話速や沈黙は「確認すべき候補」として提示します。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388620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65192" y="4014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表情分析はしない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65192" y="4389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EU AI Act と科学的妥当性の観点から採用しません。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分析パイプライン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00200"/>
            <a:ext cx="1463040" cy="2286000"/>
          </a:xfrm>
          <a:prstGeom prst="roundRect">
            <a:avLst>
              <a:gd name="adj" fmla="val 5625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185623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8562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" y="246888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8912" y="3172968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音声ファイル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または JSON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0" y="24231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103120" y="1600200"/>
            <a:ext cx="1463040" cy="2286000"/>
          </a:xfrm>
          <a:prstGeom prst="roundRect">
            <a:avLst>
              <a:gd name="adj" fmla="val 5625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87752" y="185623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2587752" y="18562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76272" y="246888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文字起こし・話者分離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176272" y="3172968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faster-whisper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pyannote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24231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840480" y="1600200"/>
            <a:ext cx="1463040" cy="2286000"/>
          </a:xfrm>
          <a:prstGeom prst="roundRect">
            <a:avLst>
              <a:gd name="adj" fmla="val 5625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25112" y="185623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4325112" y="18562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13632" y="246888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定量メトリクス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913632" y="3172968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発話比率・沈黙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話速・質問 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0" y="24231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577840" y="1600200"/>
            <a:ext cx="1463040" cy="2286000"/>
          </a:xfrm>
          <a:prstGeom prst="roundRect">
            <a:avLst>
              <a:gd name="adj" fmla="val 5625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62472" y="1856232"/>
            <a:ext cx="493776" cy="493776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4" name="Text 22"/>
          <p:cNvSpPr/>
          <p:nvPr/>
        </p:nvSpPr>
        <p:spPr>
          <a:xfrm>
            <a:off x="6062472" y="18562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50992" y="246888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分析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50992" y="3172968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PCCマーカー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0" y="242316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7315200" y="1600200"/>
            <a:ext cx="1463040" cy="2286000"/>
          </a:xfrm>
          <a:prstGeom prst="roundRect">
            <a:avLst>
              <a:gd name="adj" fmla="val 5625"/>
            </a:avLst>
          </a:prstGeom>
          <a:solidFill>
            <a:srgbClr val="14322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99832" y="1856232"/>
            <a:ext cx="493776" cy="493776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0" name="Text 28"/>
          <p:cNvSpPr/>
          <p:nvPr/>
        </p:nvSpPr>
        <p:spPr>
          <a:xfrm>
            <a:off x="7799832" y="18562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88352" y="246888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レポート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388352" y="3172968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2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Markdown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AF2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3434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録音・分析にはクライアントの同意が必要です（ICF倫理規程 2025）。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セットアップ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16052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9050">
            <a:solidFill>
              <a:srgbClr val="EAF2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8952" y="16276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基本セットアップ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46120" y="164592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3246120" y="164592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121408"/>
            <a:ext cx="3703320" cy="2240280"/>
          </a:xfrm>
          <a:prstGeom prst="roundRect">
            <a:avLst>
              <a:gd name="adj" fmla="val 2041"/>
            </a:avLst>
          </a:prstGeom>
          <a:solidFill>
            <a:srgbClr val="10302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31136"/>
            <a:ext cx="338328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仮想環境を有効化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.\.venv\Scripts\Activate.ps1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依存パッケージ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mentor-coach\requirements.txt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 APIキー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$env:ANTHROPIC_API_KEY = "sk-ant-..."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92040" y="1463040"/>
            <a:ext cx="3749040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9050">
            <a:solidFill>
              <a:srgbClr val="EAF2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48072" y="16276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音声分析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223760" y="164592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64592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2121408"/>
            <a:ext cx="3291840" cy="2240280"/>
          </a:xfrm>
          <a:prstGeom prst="roundRect">
            <a:avLst>
              <a:gd name="adj" fmla="val 2041"/>
            </a:avLst>
          </a:prstGeom>
          <a:solidFill>
            <a:srgbClr val="10302D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2231136"/>
            <a:ext cx="297180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文字起こし・話者分離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...\requirements-audio.txt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A9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pyannote 用トークン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$env:HF_TOKEN = "hf_..."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音声を使わずトランスクリプトJSONから始める場合、音声分析パッケージは不要です。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USAGE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使い方：3つのコマンド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79192" cy="278892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9050">
            <a:solidFill>
              <a:srgbClr val="EAF2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916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定量メトリクスのみ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APIキー不要・オフライン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44368"/>
            <a:ext cx="2221992" cy="1097280"/>
          </a:xfrm>
          <a:prstGeom prst="roundRect">
            <a:avLst>
              <a:gd name="adj" fmla="val 4167"/>
            </a:avLst>
          </a:prstGeom>
          <a:solidFill>
            <a:srgbClr val="10302D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" y="3035808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mentor_coach.cli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 --transcript 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samples\sample.json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64992" y="1463040"/>
            <a:ext cx="2679192" cy="278892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9050">
            <a:solidFill>
              <a:srgbClr val="EAF2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3592" y="16916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4322F"/>
          </a:solidFill>
          <a:ln/>
        </p:spPr>
      </p:sp>
      <p:sp>
        <p:nvSpPr>
          <p:cNvPr id="13" name="Text 11"/>
          <p:cNvSpPr/>
          <p:nvPr/>
        </p:nvSpPr>
        <p:spPr>
          <a:xfrm>
            <a:off x="3593592" y="1691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93592" y="221284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フル分析レポート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93592" y="254203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API で PCC照合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93592" y="2944368"/>
            <a:ext cx="2221992" cy="1097280"/>
          </a:xfrm>
          <a:prstGeom prst="roundRect">
            <a:avLst>
              <a:gd name="adj" fmla="val 4167"/>
            </a:avLst>
          </a:prstGeom>
          <a:solidFill>
            <a:srgbClr val="10302D"/>
          </a:solidFill>
          <a:ln/>
        </p:spPr>
      </p:sp>
      <p:sp>
        <p:nvSpPr>
          <p:cNvPr id="17" name="Text 15"/>
          <p:cNvSpPr/>
          <p:nvPr/>
        </p:nvSpPr>
        <p:spPr>
          <a:xfrm>
            <a:off x="3712464" y="3035808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analyze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--transcript samples\...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-o report.md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27064" y="1463040"/>
            <a:ext cx="2679192" cy="278892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19050">
            <a:solidFill>
              <a:srgbClr val="EAF2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5664" y="16916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E7268"/>
          </a:solidFill>
          <a:ln/>
        </p:spPr>
      </p:sp>
      <p:sp>
        <p:nvSpPr>
          <p:cNvPr id="20" name="Text 18"/>
          <p:cNvSpPr/>
          <p:nvPr/>
        </p:nvSpPr>
        <p:spPr>
          <a:xfrm>
            <a:off x="6455664" y="1691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55664" y="2212848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音声から直接分析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55664" y="254203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文字起こし＋話者分離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55664" y="2944368"/>
            <a:ext cx="2221992" cy="1097280"/>
          </a:xfrm>
          <a:prstGeom prst="roundRect">
            <a:avLst>
              <a:gd name="adj" fmla="val 4167"/>
            </a:avLst>
          </a:prstGeom>
          <a:solidFill>
            <a:srgbClr val="10302D"/>
          </a:solidFill>
          <a:ln/>
        </p:spPr>
      </p:sp>
      <p:sp>
        <p:nvSpPr>
          <p:cNvPr id="24" name="Text 22"/>
          <p:cNvSpPr/>
          <p:nvPr/>
        </p:nvSpPr>
        <p:spPr>
          <a:xfrm>
            <a:off x="6574536" y="3035808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analyze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--audio session.mp3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-o report.md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72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ヒント： </a:t>
            </a:r>
            <a:pPr indent="0" marL="0">
              <a:buNone/>
            </a:pPr>
            <a:r>
              <a:rPr lang="en-US" sz="115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コーチ／クライアントの自動判定が逆のときは </a:t>
            </a:r>
            <a:pPr indent="0" marL="0">
              <a:buNone/>
            </a:pPr>
            <a:r>
              <a:rPr lang="en-US" sz="1150" b="1" dirty="0">
                <a:solidFill>
                  <a:srgbClr val="1432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--swap-speakers</a:t>
            </a:r>
            <a:pPr indent="0" marL="0">
              <a:buNone/>
            </a:pPr>
            <a:r>
              <a:rPr lang="en-US" sz="115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を付けてください。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抽出できる指標（すべて客観指標）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36776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1848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発話比率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07568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コーチとクライアントが話す時間の割合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4992" y="1417320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3592" y="1636776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42232" y="161848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沈黙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21024" y="207568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4秒以上の沈黙。コーチングでは重要なシグナル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1417320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55664" y="1636776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04304" y="161848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話速の変化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83096" y="207568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急な加速・減速。感情変化の確認候補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788920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008376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299008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割り込み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" y="344728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相手の発話に重ねて話し始めた箇所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4992" y="2788920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93592" y="3008376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3593592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42232" y="299008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質問の分類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621024" y="344728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開かれた質問／閉じた質問とその比率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27064" y="2788920"/>
            <a:ext cx="2679192" cy="1170432"/>
          </a:xfrm>
          <a:prstGeom prst="roundRect">
            <a:avLst>
              <a:gd name="adj" fmla="val 5469"/>
            </a:avLst>
          </a:prstGeom>
          <a:solidFill>
            <a:srgbClr val="EAF2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55664" y="3008376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1" name="Text 29"/>
          <p:cNvSpPr/>
          <p:nvPr/>
        </p:nvSpPr>
        <p:spPr>
          <a:xfrm>
            <a:off x="6455664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04304" y="2990088"/>
            <a:ext cx="1764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話題転換・ループ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83096" y="344728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話題の切替と、同じ話題への回帰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感情ラベルは付けません。数値は「コーチが振り返る手がかり」です。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A9D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OUTPUT &amp; INPUT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22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レポート構成 と 入力形式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2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生成されるレポート（6セクション）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47088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18288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5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セッション概観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8992" y="22860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5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強力だった質問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761488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8992" y="27432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5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PCCマーカー照合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14322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8992" y="32004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5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注目すべきシグナル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675888"/>
            <a:ext cx="384048" cy="384048"/>
          </a:xfrm>
          <a:prstGeom prst="ellipse">
            <a:avLst/>
          </a:prstGeom>
          <a:solidFill>
            <a:srgbClr val="14322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36576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5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見逃した可能性のあるテーマ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133088"/>
            <a:ext cx="384048" cy="384048"/>
          </a:xfrm>
          <a:prstGeom prst="ellipse">
            <a:avLst/>
          </a:prstGeom>
          <a:solidFill>
            <a:srgbClr val="14322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8992" y="41148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35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次のセッションへの実験提案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2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入力：トランスクリプトJSON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828800"/>
            <a:ext cx="3886200" cy="2331720"/>
          </a:xfrm>
          <a:prstGeom prst="roundRect">
            <a:avLst>
              <a:gd name="adj" fmla="val 2353"/>
            </a:avLst>
          </a:prstGeom>
          <a:solidFill>
            <a:srgbClr val="10302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1975104"/>
            <a:ext cx="35204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"speaker": "coach",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"start": 0.0, "end": 6.0,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"text": "…"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"speaker": "client", …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279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speaker は coach / client を使用。start・end は秒。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91840"/>
            <a:ext cx="3291840" cy="3291840"/>
          </a:xfrm>
          <a:prstGeom prst="ellipse">
            <a:avLst/>
          </a:prstGeom>
          <a:solidFill>
            <a:srgbClr val="2A9D8F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C46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IMPORTANT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倫理・法的な注意（必読）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465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クライアントの同意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11226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セッションの録音・AI分析には事前の同意が必要です（ICF倫理規程 2025 でAI利用の開示が義務）。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679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EU AI Act 第5条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04495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職場での生体データからの感情推定は禁止。本ツールが感情を断定しないのはこのためです。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502920" cy="50292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484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資格時間の代替ではない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34440" y="39776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AF2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ICF資格取得に必要なメンターコーチング時間には算入されません。練習・準備の補完に留めます。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AIメンターコーチ 使用説明書</dc:title>
  <dc:subject>PptxGenJS Presentation</dc:subject>
  <dc:creator>AIメンターコーチ</dc:creator>
  <cp:lastModifiedBy>AIメンターコーチ</cp:lastModifiedBy>
  <cp:revision>1</cp:revision>
  <dcterms:created xsi:type="dcterms:W3CDTF">2026-07-05T10:48:14Z</dcterms:created>
  <dcterms:modified xsi:type="dcterms:W3CDTF">2026-07-05T10:48:14Z</dcterms:modified>
</cp:coreProperties>
</file>